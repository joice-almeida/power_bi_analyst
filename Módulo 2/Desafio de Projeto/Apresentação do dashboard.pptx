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04D71-60C3-498D-52E5-0AA811BAC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E5B1F0-8796-79EE-ED7C-2DECFB473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79B046-827E-45DE-2C92-B342E3138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BBAAC7-933E-F053-5310-552D8BDA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1ED89D-89B2-B0A1-4536-639DB450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40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F074E-4812-6887-EAE5-C38D4E56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5B6180-CEA7-2820-0CD3-941DC188F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2AB3A-08A7-066D-F7C0-5B97EBED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E06C8E-2053-73A2-57DB-B389DD1D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B9B812-4F52-F3F2-942B-56C4F5E4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30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229F8-B9A1-6EF5-28F0-0DECD6F5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7DFAF-0142-9396-7462-712A02432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120317-D9AA-3DCF-BB01-E91B030E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74A0B7-F55B-45F0-C75E-96C1DFF6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8A1028-FD26-20CB-6CD1-ADF55C4C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3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25BF2-C8A6-ACE6-CABF-370F0050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AFD918-105C-DC04-3EDA-238FE3C36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BC9124-52DA-7424-2443-08612D98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951108-0F2A-0CFC-C31D-E10EB95A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50F27D-BC06-7BA3-557F-368C3E7E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5BC339-C0BC-F390-D6CE-27BD110E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04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52A07-B246-8528-5A10-A7C028AA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0663CC-5B4F-5223-1B8D-F8677EF44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60A8BD-9E04-359B-208D-A73E59C60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B608BE-5512-0019-B8DF-E2CA53385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4E1C32-A4B8-31C8-806D-149105DB4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2F41F2-59E2-DD82-B505-7BD8F0BD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07B482-378F-A011-CB41-76B83631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75BFD7-EBBE-826E-1560-0912A038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04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2A65A-4B0F-6399-DAC6-5D8D66B2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A6387D-E556-42D2-1CF6-0131AC67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4A28CB-61AA-4759-A3F4-425FC406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25C855-0232-F723-6619-ADBC2AE7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36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06905A-7AD2-4697-87CC-722A1C41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075C5BE-CAEA-A250-8D0A-71746F78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3121D5-9CE9-FE06-7CC8-D0989308D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17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F2796-6859-595F-F046-48A43E9B6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304CD8-EDEC-1790-372F-9778B6C4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94F3F5-A425-AB26-7FA1-0FD57B403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122C77-EE2C-B81D-5FB9-9E705446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C1811A-730A-FF9F-F467-FBCA8CE4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2E3AA6-8817-A15A-0B22-1AA6497C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7C63D-6B8A-3D54-09C9-FED387C01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75C18F-5B1B-B2F6-9844-098F48AE1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C9C70F-6B3E-255C-EC11-F391CE9E5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C04E3D-6729-9E67-52C3-94B3305E0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0A8BB8-1774-8093-179E-D705CD146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0F6FA6-68A7-0BD3-CCCD-5B672673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61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87321-E51A-370C-FC91-232AB7BB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6BDCC0-FE38-80AC-BEDC-D331624DF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894D48-6640-477E-E9D1-49B8CEE2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19EA4-7E28-F6FC-99C8-C2255D29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21EF13-4E81-2D31-0DFB-51F312B9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355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EC930E-AFBF-B80A-6D1E-A05A543F3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59FCE7-805F-D270-1C1D-026037B52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13EAF2-9AA6-8747-F30A-A05CB999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3D1D6A-C36F-7C61-799E-EE98E61A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C2F5B-E3B8-561A-13CF-A548F966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09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51EFDB9-8EDE-F605-DCEE-F2C27CB7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2E7C7F-65CD-BD26-1C99-CAF7754C7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2014A6-A057-3EA9-6FF1-7BB6742CE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051E8-D20F-44A3-BB57-359C63E7DD1B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0AF069-E058-4CFD-067C-984C9CB5E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9A55B-08AB-F2F2-F16A-283036D54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CB65B-41A4-4F70-9F13-F0D556EAD6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47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D39755B7-E609-F426-20A2-126489AC50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346279"/>
                  </p:ext>
                </p:extLst>
              </p:nvPr>
            </p:nvGraphicFramePr>
            <p:xfrm>
              <a:off x="162046" y="92597"/>
              <a:ext cx="11864050" cy="665544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D39755B7-E609-F426-20A2-126489AC50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046" y="92597"/>
                <a:ext cx="11864050" cy="66554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043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F6C5A4E2-9AFE-305B-1048-13259FBEEF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274268"/>
                  </p:ext>
                </p:extLst>
              </p:nvPr>
            </p:nvGraphicFramePr>
            <p:xfrm>
              <a:off x="127321" y="81024"/>
              <a:ext cx="11979798" cy="669016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F6C5A4E2-9AFE-305B-1048-13259FBEEF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321" y="81024"/>
                <a:ext cx="11979798" cy="66901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88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3F810-C67D-A6A0-01BB-9BE5A2B998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analise_dataset_financials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CF2237-B732-A55E-721D-5808F111B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Suplemento 4" title="Microsoft Power BI">
                <a:extLst>
                  <a:ext uri="{FF2B5EF4-FFF2-40B4-BE49-F238E27FC236}">
                    <a16:creationId xmlns:a16="http://schemas.microsoft.com/office/drawing/2014/main" id="{CF0E3042-40D4-7986-BF69-6881FB85F7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9211898"/>
                  </p:ext>
                </p:extLst>
              </p:nvPr>
            </p:nvGraphicFramePr>
            <p:xfrm>
              <a:off x="127322" y="92597"/>
              <a:ext cx="11921924" cy="665544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Suplemento 4" title="Microsoft Power BI">
                <a:extLst>
                  <a:ext uri="{FF2B5EF4-FFF2-40B4-BE49-F238E27FC236}">
                    <a16:creationId xmlns:a16="http://schemas.microsoft.com/office/drawing/2014/main" id="{CF0E3042-40D4-7986-BF69-6881FB85F7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322" y="92597"/>
                <a:ext cx="11921924" cy="66554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878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CC4E8916-8920-44DF-8126-E3A8C7D2B2A5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FE7450C0-0861-4062-8F2B-92BABF3A3CD4&quot;"/>
    <we:property name="reportUrl" value="&quot;/groups/me/reports/59c26fb6-2811-498f-954c-d3a752271a48/953331b085a9a6036a88?bookmarkGuid=7a4f7cec-e100-4bcd-92fa-8f5dbf544bb5&amp;bookmarkUsage=1&amp;ctid=8217195d-2f6b-4b25-a02b-47a238d95c5b&amp;fromEntryPoint=export&quot;"/>
    <we:property name="reportName" value="&quot;analise_dataset_financials&quot;"/>
    <we:property name="reportState" value="&quot;CONNECTED&quot;"/>
    <we:property name="embedUrl" value="&quot;/reportEmbed?reportId=59c26fb6-2811-498f-954c-d3a752271a48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953331b085a9a6036a88&quot;"/>
    <we:property name="pageDisplayName" value="&quot;Página 1&quot;"/>
    <we:property name="datasetId" value="&quot;a9e96e66-2451-4853-bee7-aa143917a33e&quot;"/>
    <we:property name="backgroundColor" value="&quot;#FFFFFF&quot;"/>
    <we:property name="bookmark" value="&quot;H4sIAAAAAAAAA+1ZX0/cOBD/KigvfQnI+bNJljdKqQ4VKlQQ93BCJyeezbryxqnjcOwhPs9J9zX6xW5sJ/sHloVSeqhbeIkznox/M/PzeLxce4w3taDTj3QC3q53WDFeUCbVVuD5XuWEaVxAHsZZkNEgiLOY5EmBs7LWXFaNt3vtaapK0Oe8aakwllD4x4XvUSFOaGneRlQ04Hs1qEZWVPC/wSnjlFYt3PgeXNVCKmpMnmqqwZi9RHV8RwjBzgBXpIXml3AKhXbS4SCKoiAn2YAOaUKihGYZqjVOwSJbqWJM2+X3ZaUpr3AZI8vyiNIiZiTJk4QkJIwTYuQjLnSnkk8PrmqF3qHP09oEZx+xllJh1IRnvVDQONDX3r4U7cSODpbkp7JVBXyCkZ2qNNdTtDTiFa0KboJygwE5URLDZWdwyNpCW/FY/rWvABdl3i658Wc49tglfo3S2yD2ylJBSXX3evBDEJ5SAU74vq269JC7cC9Q0vCqFF3655k4c17UHPbHVGlDr/wz5tFEHT+SioF6O7WBf8dVz4DQv4X7JZ29uegZirqfFzjYUcShf35OXNyYqWFeQBKRNMjZICEBSbKAvpL30fncOsEowK2kBk9gMEXdn4PC97n8sjxOaAI0zwYpGQBWYsjCaPggj1+eP48ofv7/uu1OoZxA9cRt9xsHRVUxnh7BJYi7YGbzd6d6COdUcXeaW+BPdKhrS2bGvCUf35k+wagt4OnGX1pOtxhsMaqpM9W54u1Vcm1Q1iVnk+Ny/PXfZkVgHix4hWgb3JnAHHNX1r6Hy8kmR7Zj3GY72dHHFfFRlsIwJfkgYYRkISFhEj+9iG9y2F6r0fNWo0ZgT6OW6o83AbydmkEJeNUzHyHpageQQzMn5vLovL99Yov2XsmJ/axz1SRjFo0jidkxXp7RXMCfWZxDmqXxdkbSaDsGNtzOIzbYpmk4YgmjUU6G+LkDTEy39fsY62fXVeEFvO9W9ipmHkcw0uZ5eKsraB7fh/XZRdy32gTHP8RwTkVr7+1o84hrF6drJ0a9kATRkdG8MAY+8XJsMX2U+u7SPxCo/912+jr1aI/9lbNvJlR9/Ue+6UJi/+wTDRs2r+DYRDLLQrB1b7XVt7ThhTHqzN1zcs6Qb3YN+LXOTb8rPXNYx6Cp49L1QuV/zftGODmvQwUtxsDsnj7UMHH55QwMFt5t86bA1Q6ZuyBOasTR9NfF/u0DN8cF8WfnxbfdJJ9yiK0u0fPTYU1VdZXy0kiPaW00SDfrUv8L+O//JG7NWrF1fi2ch2tS63sBDp1qV/SwsNGq6X/1d9lWUthRf9ChOWG2jZv90oKaop9WY75Rd4yXO7MturNiA+6YDKEx3mAQBa0b01Sa/z/4Pd+mH2D6De3K87PHojvhVdVDMzT5Do9t8u5xeXkdVFLStXN9MPo+o2qFwDo15oIpqBbr03ShFVnXNZrVzmSJfftsua7BSQfDOM8GwzAkQAKI0rBIjIm1Xb6GK53Lq+WfGdymWpb8BydEU3zgGgAA&quot;"/>
    <we:property name="initialStateBookmark" value="&quot;H4sIAAAAAAAAA+1Z3VLbOhB+FcY3vTGMEieOw12gdA7DTxlgOBdnmM7a2jjqKLYryxxShuc5M+c1+mJnJdn5gRAopYdpCjeWV+vVt7ufVqtw43FRFhImxzBGb9vbz7hIgOdqo+X5XuaEOx8/HhwNTg8+HQ+O9kicF1rkWelt33gaVIr6QpQVSGOChH9d+h5IeQKpeRuCLNH3ClRlnoEUX9Ep05RWFd76Hl4XMldgTJ5p0GjMXpE6vdPara0urQiJFld4hol20n43CIJWzKIu9CFkQQhRRGqlU7DIlqoY03b53TzTIDJaxsiiOABIOpyFcRiykLU7ITPyoZC6Vokne9eFIu/I50lhorJLWNNcUbikZ71QWDrQN95uLquxHe0tyM/ySiV4ikM7lWmhJ2RpKDLIEmGCcksBOVE5hcvO0JBXibbiUf73rkJalHvb7Naf4hjwK/qapHdBDNJUYQq6ft37KQjPQKITfqiyOj3sPtxLkpQiS2Wd/lkmzp0XhcDdESht6BV/pjyaqNNHueKodiY28O+FahjQ9u/gfk1nby8bhpLu5zkO1hRx6F+eE5e3ZqofJxgGrNeKeTdkLRZGLXgj75PzuXFCUcA7SW09g8FAur8GhR9y+XV5HEKIEEfdHusiVWKM2kH/UR6/Pn+eUPz8/3XbnWE6xuyZ2+4PgQpUMpoc4hXK+2Cm8/enGggXoIQ7zS3wZzpU9yNTY96Cj+9Nn2DU5vDU4y+VgA2OGxw0OFO1K94gy1cGZVVy1jkuR9/+LZcE5tGCl8iqpJ2J3DF3ae17vJysc2Rrxq23kzV9XBEfRj3s91jcDTljUZuxdth5fhFf57C9VaOXrUalpJ5GLdQfb4x0OzWDFOmqZz4i0hUOoMByRszF0UVz+6QW7YPKx/az2lWTjGk0DnPKjvHyHGKJn6JOjL2o19mMWC/Y7CDvb8YB725Crz3kIYcgZn363AFmptv6c0T1s+6q6ObddCuDjJvHIQ61ee7f6QrKp/dhTXYJ9502wfGPMFyArOy9nWweCu3idOPEpNdmreDQaF4aA6ciHVlMx7m+v/RPBOr/sJ2mTj3ZY3/p7LsxqG//5O/qkNg/+yTDhs1LODbOuWUh2rq33OoOlCIxRp25B07OKfL1rgG/17np16VnBusINTgu3cxV/re8r4WTszqUQDJCbvf0vsaxy6/gaLCIepuXCa22z90FcVwQjrK5LjZvB8IcF8yfnhffd5N8ziG2vETPTocVVdVVyisjPYLCaLB61qX+N/Df/0XcmrZiq/yaOw9XpNb3WjR0qnXRo8IGWdn86u+yrXJpR81BR+ak2TZu9kuFakJ+Wo3ZRt0yXm5Nt+jWkg24ZTJExkRJQZRQlKapNP9/8Bu+TQ5w8h3tysuzx6I7EVnWQDM0+QGPbfIecHlxHVJSuWvnmmA0fUZWSUl1aiQkV5jN16fJXCuyqms0q53nKfXt0+XqBqfX7XfiqNtvtxmyFga9dhIaEyu7fI3XOs6vF39mcJtqaeOfV7osIMETyHBJZ2Y5yJE/0p0Z3J5dg8AIyvMT9evO8D+MqTAjZRsAAA==&quot;"/>
    <we:property name="isFiltersActionButtonVisible" value="true"/>
    <we:property name="isVisualContainerHeaderHidden" value="false"/>
    <we:property name="reportEmbeddedTime" value="&quot;2025-11-21T01:44:16.518Z&quot;"/>
    <we:property name="creatorTenantId" value="&quot;8217195d-2f6b-4b25-a02b-47a238d95c5b&quot;"/>
    <we:property name="creatorUserId" value="&quot;1003200556AA367E&quot;"/>
    <we:property name="creatorSessionId" value="&quot;fd48b2be-686f-417a-b388-f3b0460f51a4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523ED44-9B4D-4072-A81A-372BAC3BD44B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FE7450C0-0861-4062-8F2B-92BABF3A3CD4&quot;"/>
    <we:property name="reportUrl" value="&quot;/groups/me/reports/59c26fb6-2811-498f-954c-d3a752271a48/b6c8ca8fad099aba21a4?bookmarkGuid=cf9ed483-400b-4f3d-9d08-b14eaac74ad2&amp;bookmarkUsage=1&amp;ctid=8217195d-2f6b-4b25-a02b-47a238d95c5b&amp;fromEntryPoint=export&quot;"/>
    <we:property name="reportName" value="&quot;analise_dataset_financials&quot;"/>
    <we:property name="reportState" value="&quot;CONNECTED&quot;"/>
    <we:property name="embedUrl" value="&quot;/reportEmbed?reportId=59c26fb6-2811-498f-954c-d3a752271a48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b6c8ca8fad099aba21a4&quot;"/>
    <we:property name="pageDisplayName" value="&quot;Página 2&quot;"/>
    <we:property name="datasetId" value="&quot;a9e96e66-2451-4853-bee7-aa143917a33e&quot;"/>
    <we:property name="backgroundColor" value="&quot;#FFFFFF&quot;"/>
    <we:property name="bookmark" value="&quot;H4sIAAAAAAAAA+1YzW7cNhB+FYOXtIAQ6NeScnM3aWvUNoJs60uxhxE52mXApVSK2npj7Av1NfpiHYqS47/YgOEgW7eHBUTOaGa+b4bD0V4yIbtWwfYM1sjesGMtJAfRmIOIBUz7TczqELOQJ3GcF2mRxHnppE1rZaM79uaSWTBLtOey60E5S7T5O4viPOGHvIgP05ynUVTyNGOLgIFS72HpdGpQHQasRdM1GpT8hN4EiazpcRcwvGhVY8A5mluw6JxtSJ3WFFj0OqE4gFu5wTly63cr8smhqEGEZQkVxBGkpNZ5hSHee1Wc6cH9rNEWpCY3bk8UYVJUaRFVmKRhWpTh4aDbSb1UY8Cf3/112zrKLF7YqrlwLFUfybGztNsRoLgoa4ihhrIQWQEcs7Jwb9dS2dFhtX130RpikHj11o7EBjRHwQZCDHYe/yU7Wi4NLsGOy3c3hLNG9et79udNbzh+wHoQaSvtlnzUUpMP6ch3cb43DaVlkMxBod/8sdcjyaFbrpo/ZwYpK8JtLGjnQU44GDGKbtBCCyPQ/LAdIL+VZspkHNyK/FvCJXy0VeciwZwLKCHjh0leFiHf8/T9pqXtDuaNEv+dHD6E2Sfy3ub0WCJnxNOyMdQh1Z1cPlfos6bX1mzZ3eQEe1JQ9Ch6bm8xmz2hmlqJsxUYu9e19EW4u8V095DKx2u3y1gmPv7nr4uhfldyuVL0s8NVhGriiDwKsHAKra/mydzr6X2n0XEyeyw8S+sWjOwmzqbVL1K7HAbsBGv7ter7wwTgRNKh8wVyDqp3tfHqJzRr0NtXpDkc2oCt0YID54aLwcxZo896pb67BnPM1vds4dLjT/PngE+vLFxeOznd10pUQP2Sr1AMmI4trr0nKdCZkdj9a7MRsI2TjGUWksao4OvTDTplUlWCpznSkJVlkOTR44PO/w32WQcu1XfENQof2P632i+OXt+s0ZIIQqjqLKNJIcwFT0KMRb7nIx891vL2jRU9qeB/ltQKDF9tT3CD6m5oV/K7oimgc+ph/gtugPFEeOMH6pUxdgPxW/dt6NSuxTM+/9FLOBB44Pq+NzVCYUe6ebALPNSNXjIvp3//1d1DzLP0m8fP8Utmdqy4lw1yLJ/FMCnsbv0D8g9T8HEDcRIAAA==&quot;"/>
    <we:property name="initialStateBookmark" value="&quot;H4sIAAAAAAAAA+1X227bMAz9lUDPwWDHcWzvLU07bOgVzdaXIRhoiU5VqLIny1myIj+039iPjbLda9p0KAI06PZkiaJ5OTwmrSsmZFkoWBzBJbL37JMWkoPITcdnXaYb4c7x8f7h8HT/29HwcI/EeWFlrkv2/opZMFO0Z7KsQDkTJPw66TJQ6gSmbpeBKrHLCjRlrkHJn9go05E1FS67DOeFyg04k2MLFp3ZGanTnnz77wLyCNzKGY6R20aaDnjMIc5AeEkCKfR86JNa2SjUkT2q4kzX7ke5tiA1uXEyEXtBnPZjP8Wg7/XjxBvUuqXUU9UGfPvu50XhULE4t2k+d3ikF+TYWVouKaFenGTQgwySWIQxcAyT2L2dSWVbh+lib14YwooQbKwNxQw0R8FqQAyWTf5XbDidGpyCbbd79w5HuaouH5GP88pwPMWsPtJW2gX5yKQmH9KB7+I8MTmVpT4Zg8JG+KHSLcie257nP0YGqSrCCSYkWYsJByPao3uw0MYINDuLOuVdaa4r2es+iPw106X8SJRFIsCIC0gg5IMgSmKPb3n5vmhpy844V+LfqeG6nJtC+r0o4NQFeoN+xPu+n/B++GwhR4TTNDfUBNVKLTcV+iivtDULtlqc7pYQipai4vYBsuEL2FRIHJ2DsVvNpSfTXU6uZw+pXNyZLi1Nmvg3z4tJM0iSIE0F70dIQywMIYj85wfJfwJvdKCpqiSsUTSBbT+Vnxxtr0lk8CDNwpA6sRcJHnjYE9GWj1RaZvJhR/BfRPiPEg0Yfr44wBmq1dBuzlePrgM6AyObP+Q6jRem1/7j3xhj9zLedf/eTu1OPO36eyWhI7AjwEJjqk2FDXW+tgus60ZvGZfD37/KR4DZSL95/jt+y8i2jHvbSbb0cd2zbqC39WeXSDdut8grWxZ0uzwBjXXVi8apxFqPvjXQwtGuXhv3PJDErYZ1Z6Cq+hZLl3BW+yAeylThX+q3wf0BCHDiz0AQAAA=&quot;"/>
    <we:property name="isFiltersActionButtonVisible" value="true"/>
    <we:property name="isVisualContainerHeaderHidden" value="false"/>
    <we:property name="reportEmbeddedTime" value="&quot;2025-11-21T01:45:30.622Z&quot;"/>
    <we:property name="creatorTenantId" value="&quot;8217195d-2f6b-4b25-a02b-47a238d95c5b&quot;"/>
    <we:property name="creatorUserId" value="&quot;1003200556AA367E&quot;"/>
    <we:property name="creatorSessionId" value="&quot;3fde0138-b281-4caa-b21c-12c8665d328d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ABB6A39-48A8-49B9-9BEC-19EF1517576A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FE7450C0-0861-4062-8F2B-92BABF3A3CD4&quot;"/>
    <we:property name="embedUrl" value="&quot;/reportEmbed?reportId=59c26fb6-2811-498f-954c-d3a752271a48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ookmark" value="&quot;H4sIAAAAAAAAA+2VTW+bQBCG/0q0Z1QtGDDkllJX6qWKSttL5cOwDGSj9S5aFtfU4r93Fpyksaq2h35EbeHCvjOeeWd4kI+sln2nYHwNO2SX7JWupYDa2IuQBUwvYpTG6QrWuArjPOMY5jmPKWo6J43u2eWRObAtuveyH0D5SiR+2AYMlLqG1p8aUD0GrEPbGw1KfsIlmULODjgFDA+dMhZ8ydKBQ192T+l0JgvhsxV1BOHkHksUblFxXcVJveZplSL5SyBPvLF+SZidfTXFl57bF0Y7kJraeK1GyJJ13IgojmPBRUbJXm+kcqeUatwcOkvT0cxj55dTkNfWWNqaYvMUFvvF9JEVRg27+WnzSC/NYAW+wWYOaSfdSJUaqUEL6Zcy0UKuraF1zZHCDNrZcZZvzMfCIjWt2SWfgnsfV/Wefk3quYmrtrXYgjsdN7/EYQkKF/HloE+vhz9du++0dP1FaVT9fc9bUnqpW3VC9oGet8soO+j811DdEnYekukOVGp4+wWKJ1LGmZ6fj8Z28iFMeJpXeSPiqkaMON3iP8M/5JAeG+n+NiCyJgQIs1hkPOUh1HwlqicBRIntDrX7F4DoJBY3YN05FcbWaJ8v7/+FtHf/a1FwZvyPTjttfye+D1Qs+CZVhnkcR7yKKsxFmHDgvtQ39+3w4CpzeLzu+TpTPgMnYSI8/wgAAA==&quot;"/>
    <we:property name="datasetId" value="&quot;a9e96e66-2451-4853-bee7-aa143917a33e&quot;"/>
    <we:property name="pageName" value="&quot;e7b45d706b6ea7e5a954&quot;"/>
    <we:property name="reportUrl" value="&quot;/groups/me/reports/59c26fb6-2811-498f-954c-d3a752271a48/e7b45d706b6ea7e5a954&quot;"/>
    <we:property name="reportName" value="&quot;analise_dataset_financials&quot;"/>
    <we:property name="reportState" value="&quot;CONNECTED&quot;"/>
    <we:property name="pageDisplayName" value="&quot;Página 3&quot;"/>
    <we:property name="backgroundColor" value="&quot;#FFFFFF&quot;"/>
    <we:property name="initialStateBookmark" value="&quot;H4sIAAAAAAAAA+1Wy27bMBD8lYBno5AcyY/cHNUFijSJETe5FEaxolYKA5oUKMq1aujfuySdJjGKNoc+grbSQeRwtTO7HEHcsUI0tYTuAtbITthbVQgOhTZHMRswFcDTy8uz89nV2ceL2fmcYF1boVXDTnbMgqnQ3oimBelSEPhhNWAg5QIqNytBNjhgNZpGK5DiM4ZgWrKmxX7AcFtLbcClXFqw6NJuKJzmxB2/OiZG4FZscIncBhTHeZIW42iUjxDGmMI0TSisCQFe2TdDXGpPn2llQSiicViBMEnHScmHSZLwiE8o2OGlkHYfknfzbW2oOqq5q11XMtJaaUPtksxXYbAJoncs07Jd+9H8Cb7UreF4haVfUlbYjjKVQoHiwjWlp4YsjKZ2+ZVMt8qazsO3+lNmkEgLdhL1g686ZsWG3ib0UMSsqgxWYPfT+S9RuASJAXzTqv32RC9X7rUStjlaaln8WPOKkEaoSu4t++Ce96GUNdTua8jvyHbOJP29UYnw7pEV907pvHt+vjVWvVvCNBpN82nJk7xAHEZ08/8efpZCGpbC/m2GmJQxQDxJ+CQaRTEU0THPX4QhllitUdl/wRC1wOwWjD10hTYFmtOw/6+Fuf+vDQcHwv9otf3qd9r3wRXBvmk+wWmSDKN8mOOUx2kEkUv13X5b3Npcb5+221+PEbZGOrW4gW5tUwPHBSj01dRBkMBwhtjWoAq3135s3POdoK8nUN+AbD0rHWSY5yAxIpf4zPhQav8F/CzaL4QJAAA=&quot;"/>
    <we:property name="isFiltersActionButtonVisible" value="true"/>
    <we:property name="isVisualContainerHeaderHidden" value="false"/>
    <we:property name="reportEmbeddedTime" value="&quot;2025-11-21T01:36:54.834Z&quot;"/>
    <we:property name="creatorTenantId" value="&quot;8217195d-2f6b-4b25-a02b-47a238d95c5b&quot;"/>
    <we:property name="creatorUserId" value="&quot;1003200556AA367E&quot;"/>
    <we:property name="creatorSessionId" value="&quot;734e4397-770f-4d07-a798-5e492faf2904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analise_dataset_financials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Wendson Ferreira</dc:creator>
  <cp:lastModifiedBy>Wendson Ferreira</cp:lastModifiedBy>
  <cp:revision>3</cp:revision>
  <dcterms:created xsi:type="dcterms:W3CDTF">2025-11-21T00:26:13Z</dcterms:created>
  <dcterms:modified xsi:type="dcterms:W3CDTF">2025-11-21T01:57:04Z</dcterms:modified>
</cp:coreProperties>
</file>